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322AC1-241A-481E-A898-59D7BBC593C4}" v="4" dt="2025-10-10T17:48:09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Tian" userId="fb98c056-309c-4995-850b-9482f74e48e6" providerId="ADAL" clId="{99088FD2-E795-495E-9E8E-AF20C599E2E3}"/>
    <pc:docChg chg="undo custSel addSld delSld modSld">
      <pc:chgData name="Jason Tian" userId="fb98c056-309c-4995-850b-9482f74e48e6" providerId="ADAL" clId="{99088FD2-E795-495E-9E8E-AF20C599E2E3}" dt="2025-10-10T17:49:41.224" v="2829" actId="20577"/>
      <pc:docMkLst>
        <pc:docMk/>
      </pc:docMkLst>
      <pc:sldChg chg="modSp mod">
        <pc:chgData name="Jason Tian" userId="fb98c056-309c-4995-850b-9482f74e48e6" providerId="ADAL" clId="{99088FD2-E795-495E-9E8E-AF20C599E2E3}" dt="2025-10-10T17:49:41.224" v="2829" actId="20577"/>
        <pc:sldMkLst>
          <pc:docMk/>
          <pc:sldMk cId="4043737824" sldId="257"/>
        </pc:sldMkLst>
        <pc:spChg chg="mod">
          <ac:chgData name="Jason Tian" userId="fb98c056-309c-4995-850b-9482f74e48e6" providerId="ADAL" clId="{99088FD2-E795-495E-9E8E-AF20C599E2E3}" dt="2025-10-10T17:49:41.224" v="2829" actId="20577"/>
          <ac:spMkLst>
            <pc:docMk/>
            <pc:sldMk cId="4043737824" sldId="257"/>
            <ac:spMk id="2" creationId="{78FD68DA-43BA-4508-8DE2-BA9BB7B2FA5B}"/>
          </ac:spMkLst>
        </pc:spChg>
      </pc:sldChg>
      <pc:sldChg chg="del">
        <pc:chgData name="Jason Tian" userId="fb98c056-309c-4995-850b-9482f74e48e6" providerId="ADAL" clId="{99088FD2-E795-495E-9E8E-AF20C599E2E3}" dt="2025-10-10T16:52:00.489" v="1" actId="2696"/>
        <pc:sldMkLst>
          <pc:docMk/>
          <pc:sldMk cId="191714609" sldId="258"/>
        </pc:sldMkLst>
      </pc:sldChg>
      <pc:sldChg chg="addSp delSp modSp new mod">
        <pc:chgData name="Jason Tian" userId="fb98c056-309c-4995-850b-9482f74e48e6" providerId="ADAL" clId="{99088FD2-E795-495E-9E8E-AF20C599E2E3}" dt="2025-10-10T17:49:23.364" v="2819" actId="1076"/>
        <pc:sldMkLst>
          <pc:docMk/>
          <pc:sldMk cId="2744840004" sldId="259"/>
        </pc:sldMkLst>
        <pc:spChg chg="mod">
          <ac:chgData name="Jason Tian" userId="fb98c056-309c-4995-850b-9482f74e48e6" providerId="ADAL" clId="{99088FD2-E795-495E-9E8E-AF20C599E2E3}" dt="2025-10-10T16:59:44.454" v="37" actId="1076"/>
          <ac:spMkLst>
            <pc:docMk/>
            <pc:sldMk cId="2744840004" sldId="259"/>
            <ac:spMk id="2" creationId="{FE82BE25-4FD2-CEA1-742D-3BE44CD757F2}"/>
          </ac:spMkLst>
        </pc:spChg>
        <pc:spChg chg="del">
          <ac:chgData name="Jason Tian" userId="fb98c056-309c-4995-850b-9482f74e48e6" providerId="ADAL" clId="{99088FD2-E795-495E-9E8E-AF20C599E2E3}" dt="2025-10-10T17:00:21.238" v="38" actId="478"/>
          <ac:spMkLst>
            <pc:docMk/>
            <pc:sldMk cId="2744840004" sldId="259"/>
            <ac:spMk id="3" creationId="{D0CA3618-B60E-E3B1-9A75-519A4E105CE8}"/>
          </ac:spMkLst>
        </pc:spChg>
        <pc:spChg chg="add mod">
          <ac:chgData name="Jason Tian" userId="fb98c056-309c-4995-850b-9482f74e48e6" providerId="ADAL" clId="{99088FD2-E795-495E-9E8E-AF20C599E2E3}" dt="2025-10-10T17:49:11.847" v="2816" actId="20577"/>
          <ac:spMkLst>
            <pc:docMk/>
            <pc:sldMk cId="2744840004" sldId="259"/>
            <ac:spMk id="6" creationId="{A4D8A86D-AB3C-A8E1-E8FC-026E55B504F6}"/>
          </ac:spMkLst>
        </pc:spChg>
        <pc:picChg chg="add mod modCrop">
          <ac:chgData name="Jason Tian" userId="fb98c056-309c-4995-850b-9482f74e48e6" providerId="ADAL" clId="{99088FD2-E795-495E-9E8E-AF20C599E2E3}" dt="2025-10-10T17:49:23.364" v="2819" actId="1076"/>
          <ac:picMkLst>
            <pc:docMk/>
            <pc:sldMk cId="2744840004" sldId="259"/>
            <ac:picMk id="5" creationId="{8C77E020-2411-F3BE-3BC9-B578E303017D}"/>
          </ac:picMkLst>
        </pc:picChg>
      </pc:sldChg>
      <pc:sldChg chg="addSp delSp modSp add mod">
        <pc:chgData name="Jason Tian" userId="fb98c056-309c-4995-850b-9482f74e48e6" providerId="ADAL" clId="{99088FD2-E795-495E-9E8E-AF20C599E2E3}" dt="2025-10-10T17:46:01.093" v="2374" actId="1076"/>
        <pc:sldMkLst>
          <pc:docMk/>
          <pc:sldMk cId="925495892" sldId="260"/>
        </pc:sldMkLst>
        <pc:spChg chg="mod">
          <ac:chgData name="Jason Tian" userId="fb98c056-309c-4995-850b-9482f74e48e6" providerId="ADAL" clId="{99088FD2-E795-495E-9E8E-AF20C599E2E3}" dt="2025-10-10T17:04:07.004" v="420" actId="20577"/>
          <ac:spMkLst>
            <pc:docMk/>
            <pc:sldMk cId="925495892" sldId="260"/>
            <ac:spMk id="2" creationId="{ACB75FF8-DA2C-E85B-FC56-9513A8E1F8C8}"/>
          </ac:spMkLst>
        </pc:spChg>
        <pc:spChg chg="mod">
          <ac:chgData name="Jason Tian" userId="fb98c056-309c-4995-850b-9482f74e48e6" providerId="ADAL" clId="{99088FD2-E795-495E-9E8E-AF20C599E2E3}" dt="2025-10-10T17:46:01.093" v="2374" actId="1076"/>
          <ac:spMkLst>
            <pc:docMk/>
            <pc:sldMk cId="925495892" sldId="260"/>
            <ac:spMk id="6" creationId="{C8472149-458D-0A96-2E91-B1B6DF6F8156}"/>
          </ac:spMkLst>
        </pc:spChg>
        <pc:picChg chg="add mod">
          <ac:chgData name="Jason Tian" userId="fb98c056-309c-4995-850b-9482f74e48e6" providerId="ADAL" clId="{99088FD2-E795-495E-9E8E-AF20C599E2E3}" dt="2025-10-10T17:41:45.016" v="1940" actId="1076"/>
          <ac:picMkLst>
            <pc:docMk/>
            <pc:sldMk cId="925495892" sldId="260"/>
            <ac:picMk id="4" creationId="{EBBACE9C-3CDB-8561-CB1E-B305F85308B4}"/>
          </ac:picMkLst>
        </pc:picChg>
        <pc:picChg chg="del">
          <ac:chgData name="Jason Tian" userId="fb98c056-309c-4995-850b-9482f74e48e6" providerId="ADAL" clId="{99088FD2-E795-495E-9E8E-AF20C599E2E3}" dt="2025-10-10T17:04:40.189" v="421" actId="478"/>
          <ac:picMkLst>
            <pc:docMk/>
            <pc:sldMk cId="925495892" sldId="260"/>
            <ac:picMk id="5" creationId="{AB7C9AC1-5D89-2EC2-3754-ABE5B66A5678}"/>
          </ac:picMkLst>
        </pc:picChg>
        <pc:picChg chg="add mod">
          <ac:chgData name="Jason Tian" userId="fb98c056-309c-4995-850b-9482f74e48e6" providerId="ADAL" clId="{99088FD2-E795-495E-9E8E-AF20C599E2E3}" dt="2025-10-10T17:14:55.375" v="816" actId="1076"/>
          <ac:picMkLst>
            <pc:docMk/>
            <pc:sldMk cId="925495892" sldId="260"/>
            <ac:picMk id="8" creationId="{5427F7D5-12C4-5805-BC1B-80B523FA677D}"/>
          </ac:picMkLst>
        </pc:picChg>
        <pc:picChg chg="add del">
          <ac:chgData name="Jason Tian" userId="fb98c056-309c-4995-850b-9482f74e48e6" providerId="ADAL" clId="{99088FD2-E795-495E-9E8E-AF20C599E2E3}" dt="2025-10-10T17:32:08.279" v="1441" actId="22"/>
          <ac:picMkLst>
            <pc:docMk/>
            <pc:sldMk cId="925495892" sldId="260"/>
            <ac:picMk id="10" creationId="{9DDB4BAE-69D9-7FA5-84D5-C746E35B6FC6}"/>
          </ac:picMkLst>
        </pc:picChg>
      </pc:sldChg>
      <pc:sldChg chg="addSp delSp modSp add mod">
        <pc:chgData name="Jason Tian" userId="fb98c056-309c-4995-850b-9482f74e48e6" providerId="ADAL" clId="{99088FD2-E795-495E-9E8E-AF20C599E2E3}" dt="2025-10-10T17:48:30.639" v="2714" actId="20577"/>
        <pc:sldMkLst>
          <pc:docMk/>
          <pc:sldMk cId="4270027690" sldId="261"/>
        </pc:sldMkLst>
        <pc:spChg chg="mod">
          <ac:chgData name="Jason Tian" userId="fb98c056-309c-4995-850b-9482f74e48e6" providerId="ADAL" clId="{99088FD2-E795-495E-9E8E-AF20C599E2E3}" dt="2025-10-10T17:44:02.723" v="2182" actId="1076"/>
          <ac:spMkLst>
            <pc:docMk/>
            <pc:sldMk cId="4270027690" sldId="261"/>
            <ac:spMk id="2" creationId="{83A733B6-4E96-A2EA-C3A5-336276BD725C}"/>
          </ac:spMkLst>
        </pc:spChg>
        <pc:spChg chg="mod">
          <ac:chgData name="Jason Tian" userId="fb98c056-309c-4995-850b-9482f74e48e6" providerId="ADAL" clId="{99088FD2-E795-495E-9E8E-AF20C599E2E3}" dt="2025-10-10T17:48:30.639" v="2714" actId="20577"/>
          <ac:spMkLst>
            <pc:docMk/>
            <pc:sldMk cId="4270027690" sldId="261"/>
            <ac:spMk id="6" creationId="{2EC323CC-368D-C3EB-85CA-273AC27D7620}"/>
          </ac:spMkLst>
        </pc:spChg>
        <pc:picChg chg="del">
          <ac:chgData name="Jason Tian" userId="fb98c056-309c-4995-850b-9482f74e48e6" providerId="ADAL" clId="{99088FD2-E795-495E-9E8E-AF20C599E2E3}" dt="2025-10-10T17:40:32.365" v="1926" actId="478"/>
          <ac:picMkLst>
            <pc:docMk/>
            <pc:sldMk cId="4270027690" sldId="261"/>
            <ac:picMk id="4" creationId="{D16D09D3-A7A4-D6E9-ACC6-E82C85AD2FC7}"/>
          </ac:picMkLst>
        </pc:picChg>
        <pc:picChg chg="add mod">
          <ac:chgData name="Jason Tian" userId="fb98c056-309c-4995-850b-9482f74e48e6" providerId="ADAL" clId="{99088FD2-E795-495E-9E8E-AF20C599E2E3}" dt="2025-10-10T17:41:08.504" v="1934" actId="14100"/>
          <ac:picMkLst>
            <pc:docMk/>
            <pc:sldMk cId="4270027690" sldId="261"/>
            <ac:picMk id="5" creationId="{E7487BD0-71F0-33DA-373F-2C2BB9114768}"/>
          </ac:picMkLst>
        </pc:picChg>
        <pc:picChg chg="del">
          <ac:chgData name="Jason Tian" userId="fb98c056-309c-4995-850b-9482f74e48e6" providerId="ADAL" clId="{99088FD2-E795-495E-9E8E-AF20C599E2E3}" dt="2025-10-10T17:32:15.763" v="1443" actId="478"/>
          <ac:picMkLst>
            <pc:docMk/>
            <pc:sldMk cId="4270027690" sldId="261"/>
            <ac:picMk id="8" creationId="{DE99F482-13D1-63E0-E906-B2AD11C00660}"/>
          </ac:picMkLst>
        </pc:picChg>
        <pc:picChg chg="add mod">
          <ac:chgData name="Jason Tian" userId="fb98c056-309c-4995-850b-9482f74e48e6" providerId="ADAL" clId="{99088FD2-E795-495E-9E8E-AF20C599E2E3}" dt="2025-10-10T17:41:50.137" v="1941" actId="1076"/>
          <ac:picMkLst>
            <pc:docMk/>
            <pc:sldMk cId="4270027690" sldId="261"/>
            <ac:picMk id="9" creationId="{5DAB5D5C-2D0F-DA2E-FACE-F16D5E905E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Pairs Trade KO and PEP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Jason Tian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BE25-4FD2-CEA1-742D-3BE44CD7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Simulating Price Paths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7E020-2411-F3BE-3BC9-B578E303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39"/>
          <a:stretch>
            <a:fillRect/>
          </a:stretch>
        </p:blipFill>
        <p:spPr>
          <a:xfrm>
            <a:off x="149088" y="3454164"/>
            <a:ext cx="11641908" cy="2799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8A86D-AB3C-A8E1-E8FC-026E55B504F6}"/>
              </a:ext>
            </a:extLst>
          </p:cNvPr>
          <p:cNvSpPr txBox="1"/>
          <p:nvPr/>
        </p:nvSpPr>
        <p:spPr>
          <a:xfrm>
            <a:off x="1268083" y="2130725"/>
            <a:ext cx="8971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First, assume PEP and KO prices follow uncorrelated/correlated GBM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We can see the correlated spread is more compressed than the uncorrelated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However, for pairs trading we should try using an OU mean-reverting process</a:t>
            </a:r>
          </a:p>
        </p:txBody>
      </p:sp>
    </p:spTree>
    <p:extLst>
      <p:ext uri="{BB962C8B-B14F-4D97-AF65-F5344CB8AC3E}">
        <p14:creationId xmlns:p14="http://schemas.microsoft.com/office/powerpoint/2010/main" val="274484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2EF1-C8F8-BB53-C4B0-A2E97F98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5FF8-DA2C-E85B-FC56-9513A8E1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Pairs Trade with OU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72149-458D-0A96-2E91-B1B6DF6F8156}"/>
              </a:ext>
            </a:extLst>
          </p:cNvPr>
          <p:cNvSpPr txBox="1"/>
          <p:nvPr/>
        </p:nvSpPr>
        <p:spPr>
          <a:xfrm>
            <a:off x="597425" y="2026793"/>
            <a:ext cx="574387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Assume one beta value/hedge 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2.590 KO shares per PEP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Adjusted spread has very low mean reversion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Appears to nosedive from 2025 onwards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Long spread if &gt;= -$33.45, Short if &lt;= $2.88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Current spread value far below mean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 err="1"/>
              <a:t>Backtest</a:t>
            </a:r>
            <a:r>
              <a:rPr lang="en-CA" sz="1600" dirty="0"/>
              <a:t> with simulated paths, pairs trade for 1 week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5% loss is -$3421.01,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Expected trade value is $1289.24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95% profit is $6041.22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ACE9C-3CDB-8561-CB1E-B305F853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00" y="3894728"/>
            <a:ext cx="5498574" cy="2152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27F7D5-12C4-5805-BC1B-80B523FA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62" y="2020971"/>
            <a:ext cx="5560512" cy="166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9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5A8B-575F-DAE6-9E83-C2588163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33B6-4E96-A2EA-C3A5-336276BD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84" y="338078"/>
            <a:ext cx="10058400" cy="1450757"/>
          </a:xfrm>
        </p:spPr>
        <p:txBody>
          <a:bodyPr/>
          <a:lstStyle/>
          <a:p>
            <a:r>
              <a:rPr lang="en-CA" dirty="0"/>
              <a:t>Accounting for Structural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323CC-368D-C3EB-85CA-273AC27D7620}"/>
              </a:ext>
            </a:extLst>
          </p:cNvPr>
          <p:cNvSpPr txBox="1"/>
          <p:nvPr/>
        </p:nvSpPr>
        <p:spPr>
          <a:xfrm>
            <a:off x="431580" y="2059352"/>
            <a:ext cx="574387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Assume a structural break at end of 2024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Beta before 2024 is 2.685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Beta after 2025 is 2.045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Adjusted spread now strongly bounded, reverts quickly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Pairs trading with this spread assumes occasionally changing beta for structural break/changes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Long spread if &gt;= -$11.97, Short if &lt;= $8.02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Covers most peaks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Won’t suffer from small peaks/early reversion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1-week pairs trade is less risky on this adjusted spread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5% loss is -$2094.11,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Expected trade value is $811.92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95% profit is $3718.04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87BD0-71F0-33DA-373F-2C2BB911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55" y="2208646"/>
            <a:ext cx="5743875" cy="1686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B5D5C-2D0F-DA2E-FACE-F16D5E905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55" y="3977825"/>
            <a:ext cx="5743875" cy="191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276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{C51FEF21-A084-4D6C-AFDD-35A105545F05}TFf0a5ceae-4542-492d-822e-d65a94fb0e1e3b562c5a_win32-009a0557e699</Template>
  <TotalTime>92</TotalTime>
  <Words>223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Bookman Old Style</vt:lpstr>
      <vt:lpstr>Calibri</vt:lpstr>
      <vt:lpstr>Franklin Gothic Book</vt:lpstr>
      <vt:lpstr>Custom</vt:lpstr>
      <vt:lpstr>Pairs Trade KO and PEP</vt:lpstr>
      <vt:lpstr>Simulating Price Paths</vt:lpstr>
      <vt:lpstr>Pairs Trade with OU process</vt:lpstr>
      <vt:lpstr>Accounting for Structural 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Tian</dc:creator>
  <cp:lastModifiedBy>Jason Tian</cp:lastModifiedBy>
  <cp:revision>1</cp:revision>
  <dcterms:created xsi:type="dcterms:W3CDTF">2025-10-10T16:17:25Z</dcterms:created>
  <dcterms:modified xsi:type="dcterms:W3CDTF">2025-10-10T17:49:46Z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